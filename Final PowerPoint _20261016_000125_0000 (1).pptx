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7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" r="-2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2" r="-156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65" t="-8150" r="-576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05" r="-160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2" r="-1592" b="-313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25" r="-1729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" r="-41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1" r="-39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0" r="-39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B42BE-5F0A-0B16-2F8F-6AF4E2B14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5587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PowerPoint </dc:title>
  <cp:lastModifiedBy>مصطفى وائل محمد على محمد الحارس</cp:lastModifiedBy>
  <cp:revision>3</cp:revision>
  <dcterms:created xsi:type="dcterms:W3CDTF">2006-08-16T00:00:00Z</dcterms:created>
  <dcterms:modified xsi:type="dcterms:W3CDTF">2026-10-15T21:24:16Z</dcterms:modified>
  <dc:identifier>DAHYHCDwOKU</dc:identifier>
</cp:coreProperties>
</file>